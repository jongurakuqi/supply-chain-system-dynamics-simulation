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MFA Data Pack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Sudostoberbayern Wood Supply Chain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Gurakuqi &amp; Abdul Rehman Mushtaq  |  TH Rosenheim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Forest Area by Landkreis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286000"/>
              </a:tblGrid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Landkreis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 (ha)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Bewaldungsgrad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Traunstein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~56,800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Traunstein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Berchtesgadener 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Traunstein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 + BGL combined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97,046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Traunstein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Rosenheim (Stadt + Land)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Rosenheim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Muhldorf am Inn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Toging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Toging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 + AO combined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Toging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~178,700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Tree Species (SOB / BWI-3 Wuchsgebiete)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1920240"/>
              </a:tblGrid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Alpenvorland (WG 81)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Alpen (WG 82)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 avg.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Fichte (spruce)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Buche (beech)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Kiefer (pine)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Tanne (fir)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Eiche (oak)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Larche (larch)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Douglasie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broadleaf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SOB is much more Fichte-heavy (64-66%) than Bayern average (39%). Higher bark beetle vulnerability.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Forest Ownership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164592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2011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Staatswald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Privatwald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Korperschaftswald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 + BGL (alpine south)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Muhldorf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 average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Alpine south is state-dominated (easier data access). Northern flatlands are private-dominated (18,000+ owners in TS+BGL alone).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BaySF Forstbetriebe in SOB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Forstbetrieb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Berchtesgaden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22,540 ha HB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103,400 Fm/yr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92,740 Fm actual 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Daniel Muller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Ruhpolding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~36,000 ha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 Fichte, 2/3 Schutzwald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Wasserburg a. Inn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~20,000 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~160,000 Fm/yr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(8.9 Fm/ha/yr)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 MU, AO, parts 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Harvest &amp; Schadholz (Bayern -&gt; SOB scaling)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01168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828800"/>
                <a:gridCol w="1645920"/>
                <a:gridCol w="18288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 Total (Mio Fm)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Schadholz (Mio Fm)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Schadholz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est. (x6.9%)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Sortiment split 2024: Stammholz 51% | Energieholz 37% | Industrieholz 7% | Not used 5%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LWF Bayern Holzeinschlagserhebung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Construction Demand &amp; Holzbauquote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828800"/>
                <a:gridCol w="27432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 Baugenehmigungen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Holzbauquote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58,732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51,513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54,149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Holzbauquote trend: 19.5% (2013) -&gt; 22% (2020) -&gt; 27% (2024)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per EFH: 15-25 m3 sawn timber | MFH/Hybrid: 30-60 m3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Landwirtschaftliche Gebaude: 47% Holzbauquote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material overall: Ziegel 55%, Holz 27%, Porenbeton 10%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Bayerisches Landesamt fur Statistik, LWF Bayern, Holzbau Deutschland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SOB Sawmill Structure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27432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sawmills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Verein Wir bauen auf heim. Holz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small/medium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LWF/Mantau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industrial Grosssagewerk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Aicher 1979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 conversion yield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LWF/CARMEN 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est. roundwood input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800,000-1,300,000 Fm/yr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est. sawn timber 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480,000-800,000 m3/yr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est. by-products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300,000-500,000 m3/yr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cost share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2.4% of GPV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Destatis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issue: No large sawmill in SOB -&gt; roundwood exported to Austrian mills (Pfeifer, Binderholz, Hasslacher) then sawn timber re-imported.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Imports &amp; Exports (Bayern level)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Roundwood export -&gt; 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Mio Fm (+20%)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= 78% of Bayern softwood export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Schnittholz export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 Mio m3 (-7%)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21%, AT 18%, IT 8%, CN 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Schnittholz import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Mio m3 (+22%)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32%, CZ 14%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Nadelrundholz -&gt; 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Mio Fm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78%, rest AT 90% Buche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Eichenrundholz export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61%, CN 21%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is disproportionately affected: BGL borders Salzburg, TS borders Salzburg + Tirol, AO borders Oberosterreich. SOB roundwood physically flows to Austrian mills.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LWF Bayern Aussenhandel 2024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Zimmerer / Timber Construction Demand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7432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Meisterhaft Betriebe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Landkreise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Zimmerer-Innung TS/BGL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Traunstein, BGL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Zimmerer-Innung Rosenheim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 Stadt + 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Zimmerer-Innung MU/AO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(2019)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Muhldorf, Altotting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total (Innungs)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est. total (all)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200-250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incl. non-Innung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SOB Zimmerer demand: 100,000-180,000 m3 sawn timber/yr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(200-250 Betriebe x 500-800 m3 avg per Betrieb)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regional initiative: Verein 'Wir bauen auf heimisches Holz e.V.'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Bayern Reference Numbers (BWI 2022)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3200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forest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2.617 Mio ha (37.1% bewaldet)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 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1.011 Bn Vfm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Hektarvorrat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 Vfm/ha (highest in Germany)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increment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 Mio Vfm/yr (10.4 Vfm/ha/yr)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utilization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 Mio Vfm/yr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mortality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Mio Vfm/yr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Totholz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 m3/ha (+7.9 vs 2012)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Nadelholz/Laubholz (area)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61.6% / 38.4%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share of Bayern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6.9% (178,700 / 2,617,000 ha)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LWF Bayern, Bundeswaldinventur 2022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Jon Gurakuqi</dc:creator>
  <cp:lastModifiedBy>Jon Gurakuqi</cp:lastModifiedBy>
  <cp:revision>1</cp:revision>
  <dcterms:created xsi:type="dcterms:W3CDTF">2026-05-23T14:50:03Z</dcterms:created>
  <dcterms:modified xsi:type="dcterms:W3CDTF">2026-05-23T14:50:03Z</dcterms:modified>
</cp:coreProperties>
</file>