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Jon's Data: Forest / Roundwood Supply (SOB)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47472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743200"/>
              </a:tblGrid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forest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~178,700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TS + RO + Toging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 + BGL forest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97,046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Traunstein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 (Stadt + Land)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~48,000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Rosenheim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 + 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33,700 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Fichte share (Alpenvorland)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BWI-3 WG 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Fichte share (Alpen)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BWI-3 WG 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estimated harvest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~1.4 Mio Fm/yr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scaled (6.9%)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Schadholz (est.)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~720,000 Fm (52%)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2024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TS+BGL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 Staat, 41% Privat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Traunstein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MU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 Privat, 13% Staat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AELF Toging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BaySF Forstbetriebe in SOB: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Berchtesgaden: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22,540 ha | 103,400 Fm/yr planned | 93,000 Fm actual 2022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Ruhpolding: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~36,000 ha | 53% Fichte | 2/3 Schutzwald | Hiebsatz not public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Wasserburg: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 ha | 8.9 Fm/ha/yr | covers MU, AO, parts of RO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Jon's Data: Construction Demand (SOB)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Baugenehmigungen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58,732 (-12%)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Bay. Landesamt Statistik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Baugenehmigungen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51,513 (-12.3%)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Bay. Landesamt Statistik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Baugenehmigungen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54,149 (+5.1%)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Bay. Landesamt Statistik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Bayern Q1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15,325 (+12.1%)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Bay. Landesamt Statistik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Holzbauquote Bayern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 (5,070 of 18,572)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LWF Bayern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Holzbauquote trend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19.5% (2013) -&gt; 27% (2024)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LWF / Holzbau 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Landwirtschaftl. Gebaeude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 Holzbauquote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LWF Bayern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material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Ziegel 55%, Holz 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LWF Bayern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 per building (est.)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EC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15-25 m3 (EFH) / 30-60 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estimate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SOB-specific note: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Kreislevel Baugenehmigungen available from: </a:t>
            </a:r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statistik.bayern.de/statistikkommunal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Holzbauquote likely &gt;= Bayern average (27%) due to active regional Holzbau scene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(Verein 'Wir bauen auf heimisches Holz e.V.', Holzbauforum Chiemgau, TH Rosenheim)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for exact LK numbers: Stat. Berichte F2102C (annual, includes Baustoff by Kreis)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Jon's MFA Data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200400"/>
          </a:xfrm>
          <a:prstGeom prst="rect">
            <a:avLst/>
          </a:prstGeom>
          <a:solidFill>
            <a:srgbClr val="2C5F2D">
              <a:alpha val="15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 / Roundwood Supply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forest: ~178,700 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Fichte dominant: 64-66%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harvest: ~1.4M Fm/yr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Schadholz: ~720,000 Fm (52%)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BaySF Forstbetriebe: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Berchtesgaden | Ruhpolding | Wasserburg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= 57% Staat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= 86% Privat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931920" cy="3200400"/>
          </a:xfrm>
          <a:prstGeom prst="rect">
            <a:avLst/>
          </a:prstGeom>
          <a:solidFill>
            <a:srgbClr val="B85042">
              <a:alpha val="15000"/>
            </a:srgbClr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8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Demand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Holzbauquote Bayern: 27%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Baugenehmigungen 2024: 51,513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-12% (2024) then +5% (2025)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+12.1% recovery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per building: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EFH: 15-25 m3 | MFH: 30-60 m3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likely &gt;= 27%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Kreislevel data: F2102C reports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Request exact SOB Landkreis data from AELF Traunstein, AELF Rosenheim, AELF Toging + Bay. Landesamt fur Statistik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Jon Gurakuqi</dc:creator>
  <cp:lastModifiedBy>Jon Gurakuqi</cp:lastModifiedBy>
  <cp:revision>1</cp:revision>
  <dcterms:created xsi:type="dcterms:W3CDTF">2026-05-23T14:33:16Z</dcterms:created>
  <dcterms:modified xsi:type="dcterms:W3CDTF">2026-05-23T14:33:16Z</dcterms:modified>
</cp:coreProperties>
</file>